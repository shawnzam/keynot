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46304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A3E635"/>
                </a:solidFill>
                <a:latin typeface="Arial"/>
              </a:defRPr>
            </a:pPr>
            <a:r>
              <a:t>KEYNOT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888888"/>
                </a:solidFill>
                <a:latin typeface="Arial"/>
              </a:defRPr>
            </a:pPr>
            <a:r>
              <a:t>HTML SLIDE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A3E635"/>
                </a:solidFill>
                <a:latin typeface="Arial"/>
              </a:defRPr>
            </a:pPr>
            <a:r>
              <a:t>A Field Guide · Edition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91440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00" b="0" i="0">
                <a:solidFill>
                  <a:srgbClr val="FFFFFF"/>
                </a:solidFill>
                <a:latin typeface="Georgia"/>
              </a:defRPr>
            </a:pPr>
            <a:r>
              <a:t>Keynot for</a:t>
            </a:r>
            <a:br/>
            <a:r>
              <a:t>Zombies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9144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 i="1">
                <a:solidFill>
                  <a:srgbClr val="B0B0B0"/>
                </a:solidFill>
                <a:latin typeface="Georgia"/>
              </a:defRPr>
            </a:pPr>
            <a:r>
              <a:t>Slide decks so simple, even a reanimated corpse with half a</a:t>
            </a:r>
            <a:br/>
            <a:r>
              <a:t>brain can make one. No apps. No crashes. Just slides.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4124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707070"/>
                </a:solidFill>
                <a:latin typeface="Arial"/>
              </a:defRPr>
            </a:pPr>
            <a:r>
              <a:t>Chapter 00 · Introduction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1A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A3E635"/>
                </a:solidFill>
                <a:latin typeface="Arial"/>
              </a:defRPr>
            </a:pPr>
            <a:r>
              <a:t>THE CONDITION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59436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800" b="0" i="0">
                <a:solidFill>
                  <a:srgbClr val="FFFFFF"/>
                </a:solidFill>
                <a:latin typeface="Georgia"/>
              </a:defRPr>
            </a:pPr>
            <a:r>
              <a:t>Your brain is…</a:t>
            </a:r>
            <a:br/>
            <a:r>
              <a:t>not what it used to be.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5486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 i="0">
                <a:solidFill>
                  <a:srgbClr val="999999"/>
                </a:solidFill>
                <a:latin typeface="Arial"/>
              </a:defRPr>
            </a:pPr>
            <a:r>
              <a:t>You need slides by morning. You cannot remember which app does what. Every click makes it worse.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2860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6B6A5E"/>
                </a:solidFill>
                <a:latin typeface="Arial"/>
              </a:defRPr>
            </a:pPr>
            <a:r>
              <a:t>SYMPTOMS YOU MAY RECOGNIZE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92608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 i="0">
                <a:solidFill>
                  <a:srgbClr val="8B1A1A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92608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 i="0">
                <a:solidFill>
                  <a:srgbClr val="1A1A1A"/>
                </a:solidFill>
                <a:latin typeface="Arial"/>
              </a:defRPr>
            </a:pPr>
            <a:r>
              <a:t>PowerPoint asks twelve questions before you can type. Then it crashes.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429768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 i="0">
                <a:solidFill>
                  <a:srgbClr val="8B1A1A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429768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 i="0">
                <a:solidFill>
                  <a:srgbClr val="1A1A1A"/>
                </a:solidFill>
                <a:latin typeface="Arial"/>
              </a:defRPr>
            </a:pPr>
            <a:r>
              <a:t>Keynote only opens on one computer. Guess which one isn't yours.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566928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 i="0">
                <a:solidFill>
                  <a:srgbClr val="8B1A1A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566928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 i="0">
                <a:solidFill>
                  <a:srgbClr val="1A1A1A"/>
                </a:solidFill>
                <a:latin typeface="Arial"/>
              </a:defRPr>
            </a:pPr>
            <a:r>
              <a:t>Google Slides looks like Google Slides. You wanted it to look good.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704088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 i="0">
                <a:solidFill>
                  <a:srgbClr val="8B1A1A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704088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 i="0">
                <a:solidFill>
                  <a:srgbClr val="1A1A1A"/>
                </a:solidFill>
                <a:latin typeface="Arial"/>
              </a:defRPr>
            </a:pPr>
            <a:r>
              <a:t>You just want to present something. Today. In a browser. That's all.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8B1A1A"/>
                </a:solidFill>
                <a:latin typeface="Arial"/>
              </a:defRPr>
            </a:pPr>
            <a:r>
              <a:t>THE CURE · THREE EASY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9144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800" b="0" i="0">
                <a:solidFill>
                  <a:srgbClr val="1A1A1A"/>
                </a:solidFill>
                <a:latin typeface="Georgia"/>
              </a:defRPr>
            </a:pPr>
            <a:r>
              <a:t>You talk. Claude types.</a:t>
            </a:r>
            <a:br/>
            <a:r>
              <a:t>A deck appears.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371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600" b="0" i="0">
                <a:solidFill>
                  <a:srgbClr val="A3E635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411480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1A1A1A"/>
                </a:solidFill>
                <a:latin typeface="Georgia"/>
              </a:defRPr>
            </a:pPr>
            <a:r>
              <a:t>Say what you want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4846320"/>
            <a:ext cx="29260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6B6A5E"/>
                </a:solidFill>
                <a:latin typeface="Arial"/>
              </a:defRPr>
            </a:pPr>
            <a:r>
              <a:t>"Make me a deck about X for audience Y." One sentence is enough. Keynot will ask follow-ups if it needs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4114800"/>
            <a:ext cx="1371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600" b="0" i="0">
                <a:solidFill>
                  <a:srgbClr val="A3E635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411480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1A1A1A"/>
                </a:solidFill>
                <a:latin typeface="Georgia"/>
              </a:defRPr>
            </a:pPr>
            <a:r>
              <a:t>Claude writes the 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4846320"/>
            <a:ext cx="29260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6B6A5E"/>
                </a:solidFill>
                <a:latin typeface="Arial"/>
              </a:defRPr>
            </a:pPr>
            <a:r>
              <a:t>A single self-contained file. Brand colors, fonts, layouts, reveals — all baked in. No build step, no dependencies.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4114800"/>
            <a:ext cx="1371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600" b="0" i="0">
                <a:solidFill>
                  <a:srgbClr val="A3E635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411480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1A1A1A"/>
                </a:solidFill>
                <a:latin typeface="Georgia"/>
              </a:defRPr>
            </a:pPr>
            <a:r>
              <a:t>Open it in a browser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4846320"/>
            <a:ext cx="29260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6B6A5E"/>
                </a:solidFill>
                <a:latin typeface="Arial"/>
              </a:defRPr>
            </a:pPr>
            <a:r>
              <a:t>Arrow keys to navigate. F for fullscreen. Swipe on mobile. That's the whole 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5080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A3E635"/>
                </a:solidFill>
                <a:latin typeface="Arial"/>
              </a:defRPr>
            </a:pPr>
            <a:r>
              <a:t>INCLUDED IN EVERY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800" b="0" i="0">
                <a:solidFill>
                  <a:srgbClr val="FFFFFF"/>
                </a:solidFill>
                <a:latin typeface="Georgia"/>
              </a:defRPr>
            </a:pPr>
            <a:r>
              <a:t>One file.</a:t>
            </a:r>
            <a:br/>
            <a:r>
              <a:t>Everything inside.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Self-contained HTML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5943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A0A0A0"/>
                </a:solidFill>
                <a:latin typeface="Arial"/>
              </a:defRPr>
            </a:pPr>
            <a:r>
              <a:t>Fonts via CDN, images as base64. Email it, AirDrop it, stick it on a thumb drive.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347472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Keyboard &amp; swipe nav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3931920"/>
            <a:ext cx="5943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A0A0A0"/>
                </a:solidFill>
                <a:latin typeface="Arial"/>
              </a:defRPr>
            </a:pPr>
            <a:r>
              <a:t>Arrow keys, spacebar, touch swipes. Dots show progress. Nav auto-hides.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Fullscreen with one key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5943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A0A0A0"/>
                </a:solidFill>
                <a:latin typeface="Arial"/>
              </a:defRPr>
            </a:pPr>
            <a:r>
              <a:t>Press F. No "Presenter Mode" wizard. No second monitor setup ritual.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530352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Brand-matched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5760720"/>
            <a:ext cx="5943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A0A0A0"/>
                </a:solidFill>
                <a:latin typeface="Arial"/>
              </a:defRPr>
            </a:pPr>
            <a:r>
              <a:t>Hand it a style guide and it reads the colors, fonts, layout language.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713232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Animated reveals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7589520"/>
            <a:ext cx="5943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A0A0A0"/>
                </a:solidFill>
                <a:latin typeface="Arial"/>
              </a:defRPr>
            </a:pPr>
            <a:r>
              <a:t>Staggered fade-ups per slide, built in. No PowerPoint transition menu required.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713232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Iterable by chat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7589520"/>
            <a:ext cx="5943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A0A0A0"/>
                </a:solidFill>
                <a:latin typeface="Arial"/>
              </a:defRPr>
            </a:pPr>
            <a:r>
              <a:t>"Slide 3: swap the headline." Done. No hunting through a sidebar of 40 objects.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A3E635"/>
                </a:solidFill>
                <a:latin typeface="Arial"/>
              </a:defRPr>
            </a:pPr>
            <a:r>
              <a:t>FINAL THOUGHT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00" b="0" i="0">
                <a:solidFill>
                  <a:srgbClr val="FFFFFF"/>
                </a:solidFill>
                <a:latin typeface="Georgia"/>
              </a:defRPr>
            </a:pPr>
            <a:r>
              <a:t>Now go</a:t>
            </a:r>
            <a:br/>
            <a:r>
              <a:t>eat some</a:t>
            </a:r>
            <a:br/>
            <a:r>
              <a:t>slides.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7315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 i="1">
                <a:solidFill>
                  <a:srgbClr val="B0B0B0"/>
                </a:solidFill>
                <a:latin typeface="Georgia"/>
              </a:defRPr>
            </a:pPr>
            <a:r>
              <a:t>Open Claude Code. Type "make me a deck about…"</a:t>
            </a:r>
            <a:br/>
            <a:r>
              <a:t>Watch the skill wake up. The rest is autopilot.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3200400"/>
            <a:ext cx="5029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0" b="0" i="1">
                <a:solidFill>
                  <a:srgbClr val="2A4A32"/>
                </a:solidFill>
                <a:latin typeface="Georgia"/>
              </a:defRPr>
            </a:pPr>
            <a:r>
              <a:t>braaains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